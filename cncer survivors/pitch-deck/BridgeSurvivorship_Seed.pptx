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D5137"/>
                </a:solidFill>
              </a:defRPr>
            </a:pPr>
            <a:r>
              <a:t>Bridge Survivorship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33333"/>
                </a:solidFill>
              </a:defRPr>
            </a:pPr>
            <a:r>
              <a:t>Survivorship OS for community oncology — breast-first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18.6M US cancer survivors; treatment ends but symptoms, fear, and care gaps persist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~59% moderate fear of recurrence; breast survivorship: menopause, sexual health, fatigue often unaddressed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SCPs are required but rarely drive behavior change; oncology is optimized for active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Productized survivorship service line embedded in the oncology practice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Digital pathways + NP/clinical team + escalation — not a content super-app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Wedge: HR+/HER2- breast — endocrine side effects, FCR, care coordination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Expand tumor types only after measurable outcomes at anchor 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TAM: 18.6M all US cancer survivors x $400-$900/yr CPT-backed services = $7.4B-$16.7B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CPT stack (Medicare 2024): G0023 PIN $79/mo + 99490 CCM $60 + 99457 RPM $48 + 99484 BHI $48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Gross billable up to ~$2,800/yr/survivor if full stack; TAM uses blended capture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SAM: 6-8M reachable x $400-$700/yr = $2.4B-$5.6B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SOM: 250k-600k lives x $180-$260 platform PMPM = $45M-$156M ARR (5 yr)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Beachhead: 4.3M US breast survivors — not TAM denominator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Enroll post-treatment cohorts at practice discharge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PRO-based tracking: fatigue, sleep, sexual health, distress, FCR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Protocolized interventions + NP escalation; EHR-aware reporting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Outcomes + utilization dashboard for value-based contracts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Traction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Pre-seed: diligence-backed wedge + clinical advisory in formation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Target: 2 design-partner LOIs (community oncology) in 90 days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6-month HR+ breast pilot: symptom burden + engagement endpoints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Series A bar: 3 sites, cohort outcomes, embedded distribution CAC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Primary: PMPM from practices / risk entities ($15-$25 target)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Secondary: shared savings / quality where contracts allow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Not primary: consumer DTC subscription at scale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Target 70%+ gross margin; CAC via practice-embedded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BF6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5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F6D49"/>
                </a:solidFill>
              </a:defRPr>
            </a:pPr>
            <a:r>
              <a:t>Our Advantages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Breast HR+ protocol depth + oncology workflow embed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Outcomes + utilization ROI for VBC (not content-only)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Longitudinal survivorship data moat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3383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5137"/>
                </a:solidFill>
              </a:defRPr>
            </a:pPr>
            <a:r>
              <a:t>Competition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OncoveryCare — virtual survivorship clinic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Thyme Care — value-based oncology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Navigation / employer: Included, Transcarent, Canopy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Point solutions: sexual health, mental health, communities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CEO: [Name] — oncology / digital health operator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Clinical: [Advisor] — breast oncologist or survivorship NP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Product: [Name] — regulated health SaaS + EHR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Commercial: [Name] — community oncology / VBC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Financials &amp; Ask</a:t>
            </a:r>
          </a:p>
        </p:txBody>
      </p:sp>
      <p:sp>
        <p:nvSpPr>
          <p:cNvPr id="4" name="Trapezoid 3"/>
          <p:cNvSpPr/>
          <p:nvPr/>
        </p:nvSpPr>
        <p:spPr>
          <a:xfrm>
            <a:off x="8046720" y="182880"/>
            <a:ext cx="822960" cy="822960"/>
          </a:xfrm>
          <a:prstGeom prst="trapezoid">
            <a:avLst/>
          </a:prstGeom>
          <a:solidFill>
            <a:srgbClr val="F2C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Raising: $4.0M seed round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Use: 45% product/clinical · 35% GTM/pilots · 15% ops/reg · 5% buffer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18 mo: 3 live sites, HR+ pilot outcomes, ARR path to Series A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Contact: [founder@company.com]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